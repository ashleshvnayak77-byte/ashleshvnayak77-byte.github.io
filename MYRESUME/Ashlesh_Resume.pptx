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601200"/>
  <p:notesSz cx="96012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46" d="100"/>
          <a:sy n="146" d="100"/>
        </p:scale>
        <p:origin x="677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3526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shleshvnayak77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github.com/ashleshvnayak77-byte" TargetMode="External"/><Relationship Id="rId4" Type="http://schemas.openxmlformats.org/officeDocument/2006/relationships/hyperlink" Target="linkedin.com/in/ashlesh-v-naya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41732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17320"/>
            <a:ext cx="6858000" cy="5029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5544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Ashlesh V. Nayak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Student  ·  AI </a:t>
            </a:r>
            <a:r>
              <a:rPr lang="en-US" sz="1100" i="1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&amp;ML Enthusiast 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11556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</a:t>
            </a: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ashleshvnayak77@gmail.com   </a:t>
            </a: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☏  +91 8088127301   |   ⊕  </a:t>
            </a: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file"/>
              </a:rPr>
              <a:t>linkedin.com/in/ashlesh-v-nayak </a:t>
            </a: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 ◈  </a:t>
            </a: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file"/>
              </a:rPr>
              <a:t>github.com/ashleshvnayak77-byte </a:t>
            </a: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 ⌖  Manipal, Udupi, Karnataka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15727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OBJECTIVE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2468880" cy="228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911096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Enthusiastic B.Tech student passionate about Artificial Intelligence and Full-Stack Development. Focused on building intelligent, scalable applications. Eager to grow through real-world projects and continuously enhance problem-solving abilities.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4320" y="27889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3044952"/>
            <a:ext cx="2468880" cy="228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1455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 / B.Tech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93392" y="3163824"/>
            <a:ext cx="713232" cy="182880"/>
          </a:xfrm>
          <a:prstGeom prst="rect">
            <a:avLst/>
          </a:prstGeom>
          <a:solidFill>
            <a:srgbClr val="EEF3FB"/>
          </a:solidFill>
          <a:ln w="6350">
            <a:solidFill>
              <a:srgbClr val="D5DF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316382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Exp. 2028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74320" y="33649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NMAM Institute of Technology, Nitte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4320" y="354787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Nitte University, Karnataka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74320" y="38221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12th Standard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993392" y="3840480"/>
            <a:ext cx="713232" cy="182880"/>
          </a:xfrm>
          <a:prstGeom prst="rect">
            <a:avLst/>
          </a:prstGeom>
          <a:solidFill>
            <a:srgbClr val="EEF3FB"/>
          </a:solidFill>
          <a:ln w="6350">
            <a:solidFill>
              <a:srgbClr val="D5DF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93392" y="3840480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74320" y="40416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Mahatma Gandhi PU College, Udupi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74320" y="42245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State Board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74320" y="44988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10th Standard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993392" y="4517136"/>
            <a:ext cx="713232" cy="182880"/>
          </a:xfrm>
          <a:prstGeom prst="rect">
            <a:avLst/>
          </a:prstGeom>
          <a:solidFill>
            <a:srgbClr val="EEF3FB"/>
          </a:solidFill>
          <a:ln w="6350">
            <a:solidFill>
              <a:srgbClr val="D5DF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93392" y="451713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74320" y="471830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Madhava Kripa School, Manipal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74320" y="490118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74320" y="5120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5376672"/>
            <a:ext cx="2468880" cy="228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547725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Languages:  </a:t>
            </a: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</a:t>
            </a:r>
            <a:r>
              <a:rPr lang="en-US" sz="850" dirty="0" smtClean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HTML </a:t>
            </a: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850" dirty="0" smtClean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74320" y="57150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ML:  </a:t>
            </a: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Fundamentals · ML Concepts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74320" y="595274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 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74320" y="61904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Other:  </a:t>
            </a: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Models · Database Concepts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017520" y="15727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017520" y="1828800"/>
            <a:ext cx="3611880" cy="228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17520" y="1853946"/>
            <a:ext cx="3611880" cy="1828800"/>
          </a:xfrm>
          <a:prstGeom prst="rect">
            <a:avLst/>
          </a:prstGeom>
          <a:solidFill>
            <a:srgbClr val="F7F9FC"/>
          </a:solidFill>
          <a:ln w="8890">
            <a:solidFill>
              <a:srgbClr val="D5DF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17520" y="1970532"/>
            <a:ext cx="64008" cy="18288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45536" y="2020824"/>
            <a:ext cx="3429000" cy="1661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smtClean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000" b="1" dirty="0" err="1" smtClean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r>
              <a:rPr lang="en-US" sz="1000" b="1" dirty="0" smtClean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Food &amp; Grains Management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 smtClean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System </a:t>
            </a:r>
            <a:r>
              <a:rPr lang="en-US" sz="10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</a:t>
            </a:r>
            <a:r>
              <a:rPr lang="en-US" sz="1000" b="1" dirty="0" smtClean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</a:p>
          <a:p>
            <a:pPr marL="0" indent="0">
              <a:buNone/>
            </a:pPr>
            <a:r>
              <a:rPr lang="en-US" sz="1000" b="1" dirty="0" smtClean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Resume </a:t>
            </a:r>
            <a:r>
              <a:rPr lang="en-US" sz="1000" b="1" dirty="0" err="1" smtClean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</a:t>
            </a:r>
            <a:endParaRPr lang="en-US" sz="1000" b="1" dirty="0" smtClean="0">
              <a:solidFill>
                <a:srgbClr val="1A2B5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b="1" dirty="0" smtClean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Twitter Semantic Analysis</a:t>
            </a:r>
          </a:p>
          <a:p>
            <a:pPr marL="0" indent="0">
              <a:buNone/>
            </a:pPr>
            <a:r>
              <a:rPr lang="en-US" sz="1000" b="1" dirty="0" smtClean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145536" y="2660904"/>
            <a:ext cx="3410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017520" y="38862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017520" y="4142232"/>
            <a:ext cx="3611880" cy="228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17520" y="424281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Manipal Institute of Computer Education – Python Fundamentals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017520" y="448970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Learning Challenge – AINNOVATION 2025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017520" y="473659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AI Learning Challenge – AINOVATION 2025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017520" y="498348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Applied AI Learning – AINNOVATION 2025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017520" y="53218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017520" y="5577840"/>
            <a:ext cx="3611880" cy="228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17520" y="567842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analytical &amp; problem-solving skills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017520" y="591616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learner — adapts to new technologies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017520" y="615391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communication &amp; teamwork abilities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017520" y="6391656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Self-motivated and disciplined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3017520" y="662940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Keen interest in AI &amp; Full-Stack development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017520" y="695858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DETAILS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017520" y="7214616"/>
            <a:ext cx="3611880" cy="228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017520" y="7315200"/>
            <a:ext cx="3611880" cy="201168"/>
          </a:xfrm>
          <a:prstGeom prst="rect">
            <a:avLst/>
          </a:prstGeom>
          <a:solidFill>
            <a:srgbClr val="EEF3FB"/>
          </a:solidFill>
          <a:ln w="6350">
            <a:solidFill>
              <a:srgbClr val="D5DF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108960" y="734263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069080" y="7342632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July 2006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017520" y="7516368"/>
            <a:ext cx="36118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F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108960" y="754380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Nationality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069080" y="7543800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017520" y="7717536"/>
            <a:ext cx="3611880" cy="201168"/>
          </a:xfrm>
          <a:prstGeom prst="rect">
            <a:avLst/>
          </a:prstGeom>
          <a:solidFill>
            <a:srgbClr val="EEF3FB"/>
          </a:solidFill>
          <a:ln w="6350">
            <a:solidFill>
              <a:srgbClr val="D5DF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108960" y="774496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4069080" y="7744968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· Hindi · Konkani · Kannada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3017520" y="7918704"/>
            <a:ext cx="36118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5DF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108960" y="7946136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4069080" y="7946136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Manipal, Udupi, Karnataka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0" y="9436608"/>
            <a:ext cx="6858000" cy="164592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0" y="943660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ashleshvnayak77@gmail.com  ·  +91 8088127301  ·  Manipal, Karnataka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256</Words>
  <Application>Microsoft Office PowerPoint</Application>
  <PresentationFormat>Custom</PresentationFormat>
  <Paragraphs>51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2</cp:revision>
  <dcterms:created xsi:type="dcterms:W3CDTF">2026-03-14T20:56:24Z</dcterms:created>
  <dcterms:modified xsi:type="dcterms:W3CDTF">2026-03-15T06:09:08Z</dcterms:modified>
</cp:coreProperties>
</file>